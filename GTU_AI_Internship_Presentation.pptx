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2" d="100"/>
          <a:sy n="122" d="100"/>
        </p:scale>
        <p:origin x="11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97280" y="914400"/>
            <a:ext cx="9997135" cy="5029200"/>
          </a:xfrm>
          <a:prstGeom prst="roundRect">
            <a:avLst/>
          </a:prstGeom>
          <a:solidFill>
            <a:srgbClr val="1E1B4B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GUJARAT TECHNOLOGICAL UNIVERSITY (GTU)</a:t>
            </a:r>
          </a:p>
          <a:p>
            <a:pPr algn="ctr">
              <a:defRPr sz="3600" b="1">
                <a:solidFill>
                  <a:srgbClr val="FFFFFF"/>
                </a:solidFill>
              </a:defRPr>
            </a:pPr>
            <a:r>
              <a:t>EduPrep AI: Academic Mastery Suite</a:t>
            </a:r>
          </a:p>
          <a:p>
            <a:pPr algn="ctr">
              <a:defRPr sz="1600">
                <a:solidFill>
                  <a:srgbClr val="94A3B8"/>
                </a:solidFill>
              </a:defRPr>
            </a:pPr>
            <a:r>
              <a:t>Multi-Student RAG Assistant, AI Mock Viva Examiner &amp; Android Academic System</a:t>
            </a:r>
          </a:p>
          <a:p>
            <a:r>
              <a:t/>
            </a:r>
            <a:br/>
            <a:r>
              <a:t>==================================================</a:t>
            </a:r>
            <a:br/>
            <a:endParaRPr/>
          </a:p>
          <a:p>
            <a:pPr algn="ctr">
              <a:defRPr sz="1400" b="1">
                <a:solidFill>
                  <a:srgbClr val="F43F5E"/>
                </a:solidFill>
              </a:defRPr>
            </a:pPr>
            <a:r>
              <a:t>👨‍🎓 15-Days Industry Internship Project Submission &amp; Viva Voce</a:t>
            </a:r>
            <a:br/>
            <a:endParaRPr/>
          </a:p>
          <a:p>
            <a:pPr algn="ctr">
              <a:defRPr sz="1300">
                <a:solidFill>
                  <a:srgbClr val="94A3B8"/>
                </a:solidFill>
              </a:defRPr>
            </a:pPr>
            <a:r>
              <a:t>Domain: Generative AI, Retrieval-Augmented Generation (RAG), Speech &amp; Android SDK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solidFill>
            <a:srgbClr val="1E1B4B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⚡ GTU 15-DAYS INTERNSHIP PROJECT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Project Motivation &amp; Executive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37360"/>
            <a:ext cx="338328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📚 The Academic Challenge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Engineering students struggle to convert heavy PDF notes into concise GTU exam answers.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Rote learning leads to poor performance during practical External Viva interviews.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Language barrier for students comfortable in Gujarati &amp; Hindi regional languages.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737360"/>
            <a:ext cx="338328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7C3AED"/>
                </a:solidFill>
              </a:defRPr>
            </a:pPr>
            <a:r>
              <a:t>💡 The EduPrep AI Solution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100% Context-Aware RAG Engine strictly answering from uploaded syllabus.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Live simulated 30-Marks External Viva Examiner with rubric-based marksheet scoring.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Multilingual Voice Explainer with gTTS audio playback in Gujarati, Hindi &amp; English.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737360"/>
            <a:ext cx="338328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DB2777"/>
                </a:solidFill>
              </a:defRPr>
            </a:pPr>
            <a:r>
              <a:t>🎯 Real-World Impact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Transforms passive study into active recall via 3D Digital Flip Flashcards.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Instant Gemini Vision OCR for handwritten notebooks &amp; blackboard diagrams.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Official GTU Study Certificate &amp; Performance Report PDF generation in 1 click.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solidFill>
            <a:srgbClr val="1E1B4B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⚡ GTU 15-DAYS INTERNSHIP PROJECT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System Architecture &amp; Comprehensive Tech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🌐 Frontend &amp; Mobile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✔ Streamlit 1.32 Reactive Web Interface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✔ Glassmorphism &amp; Interactive 3D CSS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✔ Native Android Studio App (Java / SDK 34)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✔ 1-Tap WebAPK Progressive Web App (PWA)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7C3AED"/>
                </a:solidFill>
              </a:defRPr>
            </a:pPr>
            <a:r>
              <a:t>🧠 Generative AI &amp; RAG Engine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✔ Google Gemini 1.5 / 2.5 Flash LLMs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✔ PyPDF Page-by-Page Metadata Extractor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✔ FAISS / Cosine Similarity Vector Embeddings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✔ Dynamic REST API with 3-Tier Fallback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023360"/>
            <a:ext cx="521208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🗄️ Backend &amp; Database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✔ Python 3.11 Asynchronous Architecture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✔ SQLite3 Multi-Student Database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✔ Mobile Number &amp; OTP Authentication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✔ Audit Logs &amp; Batch Analytics Engine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023360"/>
            <a:ext cx="521208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DB2777"/>
                </a:solidFill>
              </a:defRPr>
            </a:pPr>
            <a:r>
              <a:t>📄 Media, Vision &amp; Output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✔ Google Gemini Vision Multimodal OCR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✔ gTTS (Google Text-to-Speech Synthesis)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✔ ReportLab PDF Certificate Engine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✔ Cloudflare Secure Tunnel for Remote Mobile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solidFill>
            <a:srgbClr val="1E1B4B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⚡ GTU 15-DAYS INTERNSHIP PROJECT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15-Days Internship Activity Logbook &amp; Timeline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728655" cy="1417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📅 Week 1: Days 1 - 5 — Requirements, Research &amp; Database Design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Literature review of LLMs, RAG frameworks &amp; Vector Embeddings.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Designed multi-tenant SQLite schema (`students`, `chat_history`, `quiz_results`).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Implemented Mobile Number OTP simulation &amp; 5-minute validity verifier.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246120"/>
            <a:ext cx="10728655" cy="1417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7C3AED"/>
                </a:solidFill>
              </a:defRPr>
            </a:pPr>
            <a:r>
              <a:t>📅 Week 2: Days 6 - 10 — Core RAG Engine &amp; GTU Blueprints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Integrated PyPDF parser, semantic chunking (800 chars / 150 overlap).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Connected dynamic Google Gemini API discovery with 3-tier fallback.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Formulated GTU 3, 4, and 7 marks question prompt templates with model solutions.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846320"/>
            <a:ext cx="10728655" cy="1417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📅 Week 3: Days 11 - 15 — Advanced Features, Android App &amp; Final Testing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Built Multilingual Voice (gTTS) &amp; Gemini Vision OCR for handwriting.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Implemented AI Mock Viva Examiner &amp; 1-Click PDF Certificate generator.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Packaged Native Android Studio project (`com.gtu.eduprep`) &amp; system verification.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solidFill>
            <a:srgbClr val="1E1B4B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⚡ GTU 15-DAYS INTERNSHIP PROJECT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Student Learning Dashboard: 8 Core Feature Suite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1051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💬 1. Multilingual Q&amp;A &amp; Voice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Answers in Gujarati, Hindi, English + gTTS Audio player.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1051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🎙️ 2. AI Mock Viva Examiner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5 Oral Viva Questions + 30 Marks GTU Examiner Marksheet.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834640"/>
            <a:ext cx="5212080" cy="1051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🎴 3. 3D Digital Flashcards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Interactive Flip Cards with Front Concept &amp; Back Explanation.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834640"/>
            <a:ext cx="5212080" cy="1051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📸 4. Handwritten Notes OCR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Upload copy photos/diagrams -&gt; Gemini Vision AI explanation.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212080" cy="1051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📊 5. GTU Syllabus Audit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Detects % coverage and highlights missing high-yield exam topics.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023360"/>
            <a:ext cx="5212080" cy="1051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🧠 6. Interactive MCQ Quiz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Real-time self-assessment with automated database grading.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212080"/>
            <a:ext cx="5212080" cy="1051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📝 7. GTU Exam Paper Blueprint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Generates official GTU 3/4/7 Marks Questions &amp; Model Solutions.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5212080"/>
            <a:ext cx="5212080" cy="1051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🏆 8. PDF Certificate Generator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1-Click Download of official GTU Internship Study Certificate.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solidFill>
            <a:srgbClr val="1E1B4B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⚡ GTU 15-DAYS INTERNSHIP PROJECT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University Administrator &amp; Academic Control Center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1417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50" b="1">
                <a:solidFill>
                  <a:srgbClr val="DB2777"/>
                </a:solidFill>
              </a:defRPr>
            </a:pPr>
            <a:r>
              <a:t>👥 Student Directory (Full CRUD)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Edit Name, GTU Enrollment, Mobile, Branch, or Semester in 1 click; direct manual student enrollment.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1417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50" b="1">
                <a:solidFill>
                  <a:srgbClr val="DB2777"/>
                </a:solidFill>
              </a:defRPr>
            </a:pPr>
            <a:r>
              <a:t>📈 Batch Analytics &amp; At-Risk Detection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Branch-wise average mastery comparison (CE vs IT vs AI) and automated detection of students needing revision (&lt;60%).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46120"/>
            <a:ext cx="5212080" cy="1417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50" b="1">
                <a:solidFill>
                  <a:srgbClr val="DB2777"/>
                </a:solidFill>
              </a:defRPr>
            </a:pPr>
            <a:r>
              <a:t>📢 Live University Broadcast Ticker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Publish official notices &amp; exam guidelines that appear dynamically on all student home dashboards.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246120"/>
            <a:ext cx="5212080" cy="1417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50" b="1">
                <a:solidFill>
                  <a:srgbClr val="DB2777"/>
                </a:solidFill>
              </a:defRPr>
            </a:pPr>
            <a:r>
              <a:t>🏆 Institution Rank List &amp; Gradebook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Automated batch leaderboard (#1, #2, #3) with Distinction badges and individual score modification.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846320"/>
            <a:ext cx="5212080" cy="1417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50" b="1">
                <a:solidFill>
                  <a:srgbClr val="DB2777"/>
                </a:solidFill>
              </a:defRPr>
            </a:pPr>
            <a:r>
              <a:t>📜 Security &amp; Activity Audit Log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Immutable real-time event trail of student OTPs, logins, quiz submissions, and administrative updates.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846320"/>
            <a:ext cx="5212080" cy="1417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50" b="1">
                <a:solidFill>
                  <a:srgbClr val="DB2777"/>
                </a:solidFill>
              </a:defRPr>
            </a:pPr>
            <a:r>
              <a:t>⚙️ Global Settings &amp; 1-Click Backup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System-wide Gemini API key management and 1-Click JSON/CSV database export.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solidFill>
            <a:srgbClr val="1E1B4B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⚡ GTU 15-DAYS INTERNSHIP PROJECT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Native Android Mobile Application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📱 Native Android Studio Project (`android_app/`)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✔ Package: `com.gtu.eduprep` (Android SDK 34 / AndroidX).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✔ Hardware-Accelerated WebView with custom mobile user-agent.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✔ WebChromeClient File Chooser integration for direct camera capture &amp; notes PDF upload.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✔ SwipeRefreshLayout for pull-to-refresh instant synchronization.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✔ Full support for gTTS Audio playback via Android Media APIs.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⚡ 1-Tap Android WebAPK &amp; Cloudflare Tunnel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✔ W3C Web App Manifest (`manifest.json`) for instant installation.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✔ Standalone display mode removes browser address bar for pure native feel.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✔ Cloudflare Secure Tunnel (`trycloudflare.com`) enables global access over 4G/5G mobile data.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✔ Zero-configuration deployment on any smartphone device without unknown-source warnings.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solidFill>
            <a:srgbClr val="1E1B4B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⚡ GTU 15-DAYS INTERNSHIP PROJECT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Project Results, Performance &amp; Key Highlights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2148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🏆 100% Context Accuracy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RAG pipeline ensures zero hallucinations by referencing strictly indexed PDF pages with clickable citations.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2148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🏆 &lt; 1.5s Response Time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High-speed semantic chunking &amp; FAISS vector search delivers answers and quiz evaluations almost instantly.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023360"/>
            <a:ext cx="5212080" cy="2148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🏆 Multi-Student Isolation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Every student has their own private storage directory, persistent chat records, and quiz analytics.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023360"/>
            <a:ext cx="5212080" cy="2148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🏆 Regional Inclusivity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Gujarati and Hindi voice synthesis empowers vernacular engineering students to excel in oral examinations.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E1B4B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🎯 CONCLUSION &amp; FUTURE SCOPE</a:t>
            </a:r>
          </a:p>
          <a:p>
            <a:pPr algn="ctr">
              <a:defRPr sz="2400" b="1">
                <a:solidFill>
                  <a:srgbClr val="FFFFFF"/>
                </a:solidFill>
              </a:defRPr>
            </a:pPr>
            <a:r>
              <a:t>Successfully Built an End-to-End AI Academic Assistant &amp; Exam Suite!</a:t>
            </a:r>
          </a:p>
          <a:p>
            <a:r>
              <a:t/>
            </a:r>
            <a:br/>
            <a:r>
              <a:t>Thank You! Open for GTU Viva Voce &amp; Demonstration.</a:t>
            </a:r>
          </a:p>
          <a:p>
            <a:r>
              <a:t/>
            </a:r>
            <a:br/>
            <a:r>
              <a:t>🎓 Candidate Ready for Project Defense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1010</Words>
  <Application>Microsoft Office PowerPoint</Application>
  <PresentationFormat>Widescreen</PresentationFormat>
  <Paragraphs>115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admin</cp:lastModifiedBy>
  <cp:revision>1</cp:revision>
  <dcterms:created xsi:type="dcterms:W3CDTF">2013-01-27T09:14:16Z</dcterms:created>
  <dcterms:modified xsi:type="dcterms:W3CDTF">2026-08-20T06:40:22Z</dcterms:modified>
  <cp:category/>
</cp:coreProperties>
</file>